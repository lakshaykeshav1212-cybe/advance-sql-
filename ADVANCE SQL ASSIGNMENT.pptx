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E10F7A1C-3A49-431A-B986-6E312BF01F16}">
          <p14:sldIdLst>
            <p14:sldId id="256"/>
            <p14:sldId id="257"/>
            <p14:sldId id="258"/>
            <p14:sldId id="259"/>
            <p14:sldId id="26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107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shay maretha" userId="d6de8a95b68f68c7" providerId="LiveId" clId="{7D340E66-0904-4095-9B74-DFCCAAEC1C7E}"/>
    <pc:docChg chg="undo custSel modSld addSection modSection">
      <pc:chgData name="lakshay maretha" userId="d6de8a95b68f68c7" providerId="LiveId" clId="{7D340E66-0904-4095-9B74-DFCCAAEC1C7E}" dt="2026-03-06T16:16:36.215" v="39" actId="1076"/>
      <pc:docMkLst>
        <pc:docMk/>
      </pc:docMkLst>
      <pc:sldChg chg="modSp mod">
        <pc:chgData name="lakshay maretha" userId="d6de8a95b68f68c7" providerId="LiveId" clId="{7D340E66-0904-4095-9B74-DFCCAAEC1C7E}" dt="2026-03-06T16:16:36.215" v="39" actId="1076"/>
        <pc:sldMkLst>
          <pc:docMk/>
          <pc:sldMk cId="4034690652" sldId="256"/>
        </pc:sldMkLst>
        <pc:spChg chg="mod">
          <ac:chgData name="lakshay maretha" userId="d6de8a95b68f68c7" providerId="LiveId" clId="{7D340E66-0904-4095-9B74-DFCCAAEC1C7E}" dt="2026-03-06T16:15:42.784" v="0" actId="20577"/>
          <ac:spMkLst>
            <pc:docMk/>
            <pc:sldMk cId="4034690652" sldId="256"/>
            <ac:spMk id="2" creationId="{D3B2845D-813A-C039-05DB-E5403192B784}"/>
          </ac:spMkLst>
        </pc:spChg>
        <pc:spChg chg="mod">
          <ac:chgData name="lakshay maretha" userId="d6de8a95b68f68c7" providerId="LiveId" clId="{7D340E66-0904-4095-9B74-DFCCAAEC1C7E}" dt="2026-03-06T16:16:36.215" v="39" actId="1076"/>
          <ac:spMkLst>
            <pc:docMk/>
            <pc:sldMk cId="4034690652" sldId="256"/>
            <ac:spMk id="3" creationId="{B082F35A-FE01-9F7D-0EB3-7137EFCC17F7}"/>
          </ac:spMkLst>
        </pc:spChg>
      </pc:sldChg>
      <pc:sldChg chg="modSp mod">
        <pc:chgData name="lakshay maretha" userId="d6de8a95b68f68c7" providerId="LiveId" clId="{7D340E66-0904-4095-9B74-DFCCAAEC1C7E}" dt="2026-03-06T16:15:55.766" v="35" actId="27636"/>
        <pc:sldMkLst>
          <pc:docMk/>
          <pc:sldMk cId="337160145" sldId="260"/>
        </pc:sldMkLst>
        <pc:spChg chg="mod">
          <ac:chgData name="lakshay maretha" userId="d6de8a95b68f68c7" providerId="LiveId" clId="{7D340E66-0904-4095-9B74-DFCCAAEC1C7E}" dt="2026-03-06T16:15:55.766" v="35" actId="27636"/>
          <ac:spMkLst>
            <pc:docMk/>
            <pc:sldMk cId="337160145" sldId="260"/>
            <ac:spMk id="3" creationId="{DF9299A4-80CE-D48B-9B7E-8296566364C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FE3CC-191B-137B-49AF-DE6CA122CF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457E346-CBCD-8ED9-B22C-7640FDB562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87BCA8E-4EA6-14BB-2717-E27194A383FF}"/>
              </a:ext>
            </a:extLst>
          </p:cNvPr>
          <p:cNvSpPr>
            <a:spLocks noGrp="1"/>
          </p:cNvSpPr>
          <p:nvPr>
            <p:ph type="dt" sz="half" idx="10"/>
          </p:nvPr>
        </p:nvSpPr>
        <p:spPr/>
        <p:txBody>
          <a:bodyPr/>
          <a:lstStyle/>
          <a:p>
            <a:fld id="{1DE35AD6-8243-4373-A860-92FF328D3F0C}" type="datetimeFigureOut">
              <a:rPr lang="en-IN" smtClean="0"/>
              <a:t>06-03-2026</a:t>
            </a:fld>
            <a:endParaRPr lang="en-IN"/>
          </a:p>
        </p:txBody>
      </p:sp>
      <p:sp>
        <p:nvSpPr>
          <p:cNvPr id="5" name="Footer Placeholder 4">
            <a:extLst>
              <a:ext uri="{FF2B5EF4-FFF2-40B4-BE49-F238E27FC236}">
                <a16:creationId xmlns:a16="http://schemas.microsoft.com/office/drawing/2014/main" id="{A47B6F9A-3504-C342-EF00-AD91210DA5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1A2CD7-758F-8FC5-7DD4-6F2BF6BDBD19}"/>
              </a:ext>
            </a:extLst>
          </p:cNvPr>
          <p:cNvSpPr>
            <a:spLocks noGrp="1"/>
          </p:cNvSpPr>
          <p:nvPr>
            <p:ph type="sldNum" sz="quarter" idx="12"/>
          </p:nvPr>
        </p:nvSpPr>
        <p:spPr/>
        <p:txBody>
          <a:bodyPr/>
          <a:lstStyle/>
          <a:p>
            <a:fld id="{FEAC9730-9C55-48A7-BB8F-7F70C45B9EE2}" type="slidenum">
              <a:rPr lang="en-IN" smtClean="0"/>
              <a:t>‹#›</a:t>
            </a:fld>
            <a:endParaRPr lang="en-IN"/>
          </a:p>
        </p:txBody>
      </p:sp>
    </p:spTree>
    <p:extLst>
      <p:ext uri="{BB962C8B-B14F-4D97-AF65-F5344CB8AC3E}">
        <p14:creationId xmlns:p14="http://schemas.microsoft.com/office/powerpoint/2010/main" val="4081759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E0B5-0581-1B28-7F71-E4499EAAF2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FBA2C7-F7D1-49D3-F16A-6EFAF10764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4A2348-7B4F-6BA4-0CE6-A255EFE16DF6}"/>
              </a:ext>
            </a:extLst>
          </p:cNvPr>
          <p:cNvSpPr>
            <a:spLocks noGrp="1"/>
          </p:cNvSpPr>
          <p:nvPr>
            <p:ph type="dt" sz="half" idx="10"/>
          </p:nvPr>
        </p:nvSpPr>
        <p:spPr/>
        <p:txBody>
          <a:bodyPr/>
          <a:lstStyle/>
          <a:p>
            <a:fld id="{1DE35AD6-8243-4373-A860-92FF328D3F0C}" type="datetimeFigureOut">
              <a:rPr lang="en-IN" smtClean="0"/>
              <a:t>06-03-2026</a:t>
            </a:fld>
            <a:endParaRPr lang="en-IN"/>
          </a:p>
        </p:txBody>
      </p:sp>
      <p:sp>
        <p:nvSpPr>
          <p:cNvPr id="5" name="Footer Placeholder 4">
            <a:extLst>
              <a:ext uri="{FF2B5EF4-FFF2-40B4-BE49-F238E27FC236}">
                <a16:creationId xmlns:a16="http://schemas.microsoft.com/office/drawing/2014/main" id="{E50D3703-6796-72F9-1972-5717E30C6F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0BCA95-2A87-301F-3338-CB22A220D4C4}"/>
              </a:ext>
            </a:extLst>
          </p:cNvPr>
          <p:cNvSpPr>
            <a:spLocks noGrp="1"/>
          </p:cNvSpPr>
          <p:nvPr>
            <p:ph type="sldNum" sz="quarter" idx="12"/>
          </p:nvPr>
        </p:nvSpPr>
        <p:spPr/>
        <p:txBody>
          <a:bodyPr/>
          <a:lstStyle/>
          <a:p>
            <a:fld id="{FEAC9730-9C55-48A7-BB8F-7F70C45B9EE2}" type="slidenum">
              <a:rPr lang="en-IN" smtClean="0"/>
              <a:t>‹#›</a:t>
            </a:fld>
            <a:endParaRPr lang="en-IN"/>
          </a:p>
        </p:txBody>
      </p:sp>
    </p:spTree>
    <p:extLst>
      <p:ext uri="{BB962C8B-B14F-4D97-AF65-F5344CB8AC3E}">
        <p14:creationId xmlns:p14="http://schemas.microsoft.com/office/powerpoint/2010/main" val="1808221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8D399-FB04-74F5-8A6A-D542611F97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038F8C6-FA62-F744-CEAB-7474BEC863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DB1B18-B769-242D-035B-60D9FB884C04}"/>
              </a:ext>
            </a:extLst>
          </p:cNvPr>
          <p:cNvSpPr>
            <a:spLocks noGrp="1"/>
          </p:cNvSpPr>
          <p:nvPr>
            <p:ph type="dt" sz="half" idx="10"/>
          </p:nvPr>
        </p:nvSpPr>
        <p:spPr/>
        <p:txBody>
          <a:bodyPr/>
          <a:lstStyle/>
          <a:p>
            <a:fld id="{1DE35AD6-8243-4373-A860-92FF328D3F0C}" type="datetimeFigureOut">
              <a:rPr lang="en-IN" smtClean="0"/>
              <a:t>06-03-2026</a:t>
            </a:fld>
            <a:endParaRPr lang="en-IN"/>
          </a:p>
        </p:txBody>
      </p:sp>
      <p:sp>
        <p:nvSpPr>
          <p:cNvPr id="5" name="Footer Placeholder 4">
            <a:extLst>
              <a:ext uri="{FF2B5EF4-FFF2-40B4-BE49-F238E27FC236}">
                <a16:creationId xmlns:a16="http://schemas.microsoft.com/office/drawing/2014/main" id="{516F7A35-A692-BA05-1A9F-88882C179D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1F4385-95AF-7734-587C-E41AD7E983CD}"/>
              </a:ext>
            </a:extLst>
          </p:cNvPr>
          <p:cNvSpPr>
            <a:spLocks noGrp="1"/>
          </p:cNvSpPr>
          <p:nvPr>
            <p:ph type="sldNum" sz="quarter" idx="12"/>
          </p:nvPr>
        </p:nvSpPr>
        <p:spPr/>
        <p:txBody>
          <a:bodyPr/>
          <a:lstStyle/>
          <a:p>
            <a:fld id="{FEAC9730-9C55-48A7-BB8F-7F70C45B9EE2}" type="slidenum">
              <a:rPr lang="en-IN" smtClean="0"/>
              <a:t>‹#›</a:t>
            </a:fld>
            <a:endParaRPr lang="en-IN"/>
          </a:p>
        </p:txBody>
      </p:sp>
    </p:spTree>
    <p:extLst>
      <p:ext uri="{BB962C8B-B14F-4D97-AF65-F5344CB8AC3E}">
        <p14:creationId xmlns:p14="http://schemas.microsoft.com/office/powerpoint/2010/main" val="1532281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B2312-7F8B-CA9B-43D8-EAAB7B8B1E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B0DB33-BA43-787A-2F61-0917358B5D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849D526-258A-A144-3330-B8DC528F15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8C47A06-80AD-2895-D87B-1507D37F6211}"/>
              </a:ext>
            </a:extLst>
          </p:cNvPr>
          <p:cNvSpPr>
            <a:spLocks noGrp="1"/>
          </p:cNvSpPr>
          <p:nvPr>
            <p:ph type="dt" sz="half" idx="10"/>
          </p:nvPr>
        </p:nvSpPr>
        <p:spPr/>
        <p:txBody>
          <a:bodyPr/>
          <a:lstStyle/>
          <a:p>
            <a:fld id="{1DE35AD6-8243-4373-A860-92FF328D3F0C}" type="datetimeFigureOut">
              <a:rPr lang="en-IN" smtClean="0"/>
              <a:t>06-03-2026</a:t>
            </a:fld>
            <a:endParaRPr lang="en-IN"/>
          </a:p>
        </p:txBody>
      </p:sp>
      <p:sp>
        <p:nvSpPr>
          <p:cNvPr id="6" name="Footer Placeholder 5">
            <a:extLst>
              <a:ext uri="{FF2B5EF4-FFF2-40B4-BE49-F238E27FC236}">
                <a16:creationId xmlns:a16="http://schemas.microsoft.com/office/drawing/2014/main" id="{D15435DB-001E-EA30-8B5A-D7F51893C3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8642F4-C216-7046-92C5-1E1400F0135A}"/>
              </a:ext>
            </a:extLst>
          </p:cNvPr>
          <p:cNvSpPr>
            <a:spLocks noGrp="1"/>
          </p:cNvSpPr>
          <p:nvPr>
            <p:ph type="sldNum" sz="quarter" idx="12"/>
          </p:nvPr>
        </p:nvSpPr>
        <p:spPr/>
        <p:txBody>
          <a:bodyPr/>
          <a:lstStyle/>
          <a:p>
            <a:fld id="{FEAC9730-9C55-48A7-BB8F-7F70C45B9EE2}" type="slidenum">
              <a:rPr lang="en-IN" smtClean="0"/>
              <a:t>‹#›</a:t>
            </a:fld>
            <a:endParaRPr lang="en-IN"/>
          </a:p>
        </p:txBody>
      </p:sp>
    </p:spTree>
    <p:extLst>
      <p:ext uri="{BB962C8B-B14F-4D97-AF65-F5344CB8AC3E}">
        <p14:creationId xmlns:p14="http://schemas.microsoft.com/office/powerpoint/2010/main" val="3584316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F707A-8366-0832-BBB5-943C456BC03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E5A71A9-F3F5-3C86-B172-5B97FB7839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954FB7-82DF-2594-A6EA-06CD946C24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7CD218D-D41E-860D-8378-1CCF87B396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1E0757-BA8F-3753-F208-924FC30DD6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726A0A7-8093-D5FF-CEB9-59B7E02C9ACC}"/>
              </a:ext>
            </a:extLst>
          </p:cNvPr>
          <p:cNvSpPr>
            <a:spLocks noGrp="1"/>
          </p:cNvSpPr>
          <p:nvPr>
            <p:ph type="dt" sz="half" idx="10"/>
          </p:nvPr>
        </p:nvSpPr>
        <p:spPr/>
        <p:txBody>
          <a:bodyPr/>
          <a:lstStyle/>
          <a:p>
            <a:fld id="{1DE35AD6-8243-4373-A860-92FF328D3F0C}" type="datetimeFigureOut">
              <a:rPr lang="en-IN" smtClean="0"/>
              <a:t>06-03-2026</a:t>
            </a:fld>
            <a:endParaRPr lang="en-IN"/>
          </a:p>
        </p:txBody>
      </p:sp>
      <p:sp>
        <p:nvSpPr>
          <p:cNvPr id="8" name="Footer Placeholder 7">
            <a:extLst>
              <a:ext uri="{FF2B5EF4-FFF2-40B4-BE49-F238E27FC236}">
                <a16:creationId xmlns:a16="http://schemas.microsoft.com/office/drawing/2014/main" id="{459039C1-0160-6475-0C53-65135813BE6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F1D78C9-5DC1-D99B-A9FC-FB856B9A61BD}"/>
              </a:ext>
            </a:extLst>
          </p:cNvPr>
          <p:cNvSpPr>
            <a:spLocks noGrp="1"/>
          </p:cNvSpPr>
          <p:nvPr>
            <p:ph type="sldNum" sz="quarter" idx="12"/>
          </p:nvPr>
        </p:nvSpPr>
        <p:spPr/>
        <p:txBody>
          <a:bodyPr/>
          <a:lstStyle/>
          <a:p>
            <a:fld id="{FEAC9730-9C55-48A7-BB8F-7F70C45B9EE2}" type="slidenum">
              <a:rPr lang="en-IN" smtClean="0"/>
              <a:t>‹#›</a:t>
            </a:fld>
            <a:endParaRPr lang="en-IN"/>
          </a:p>
        </p:txBody>
      </p:sp>
    </p:spTree>
    <p:extLst>
      <p:ext uri="{BB962C8B-B14F-4D97-AF65-F5344CB8AC3E}">
        <p14:creationId xmlns:p14="http://schemas.microsoft.com/office/powerpoint/2010/main" val="1108894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78EF6-D847-7E1C-DFDD-875EE311F6E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FEC27C-77D5-3122-ECD1-DAFB89BB62C0}"/>
              </a:ext>
            </a:extLst>
          </p:cNvPr>
          <p:cNvSpPr>
            <a:spLocks noGrp="1"/>
          </p:cNvSpPr>
          <p:nvPr>
            <p:ph type="dt" sz="half" idx="10"/>
          </p:nvPr>
        </p:nvSpPr>
        <p:spPr/>
        <p:txBody>
          <a:bodyPr/>
          <a:lstStyle/>
          <a:p>
            <a:fld id="{1DE35AD6-8243-4373-A860-92FF328D3F0C}" type="datetimeFigureOut">
              <a:rPr lang="en-IN" smtClean="0"/>
              <a:t>06-03-2026</a:t>
            </a:fld>
            <a:endParaRPr lang="en-IN"/>
          </a:p>
        </p:txBody>
      </p:sp>
      <p:sp>
        <p:nvSpPr>
          <p:cNvPr id="4" name="Footer Placeholder 3">
            <a:extLst>
              <a:ext uri="{FF2B5EF4-FFF2-40B4-BE49-F238E27FC236}">
                <a16:creationId xmlns:a16="http://schemas.microsoft.com/office/drawing/2014/main" id="{36709477-D8DB-5B45-1CB3-87AABD09056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B46847F-4A6D-E17F-92D4-55E38734045B}"/>
              </a:ext>
            </a:extLst>
          </p:cNvPr>
          <p:cNvSpPr>
            <a:spLocks noGrp="1"/>
          </p:cNvSpPr>
          <p:nvPr>
            <p:ph type="sldNum" sz="quarter" idx="12"/>
          </p:nvPr>
        </p:nvSpPr>
        <p:spPr/>
        <p:txBody>
          <a:bodyPr/>
          <a:lstStyle/>
          <a:p>
            <a:fld id="{FEAC9730-9C55-48A7-BB8F-7F70C45B9EE2}" type="slidenum">
              <a:rPr lang="en-IN" smtClean="0"/>
              <a:t>‹#›</a:t>
            </a:fld>
            <a:endParaRPr lang="en-IN"/>
          </a:p>
        </p:txBody>
      </p:sp>
    </p:spTree>
    <p:extLst>
      <p:ext uri="{BB962C8B-B14F-4D97-AF65-F5344CB8AC3E}">
        <p14:creationId xmlns:p14="http://schemas.microsoft.com/office/powerpoint/2010/main" val="2168118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D9FA7E-6719-2581-43F0-6C6B0FF33F55}"/>
              </a:ext>
            </a:extLst>
          </p:cNvPr>
          <p:cNvSpPr>
            <a:spLocks noGrp="1"/>
          </p:cNvSpPr>
          <p:nvPr>
            <p:ph type="dt" sz="half" idx="10"/>
          </p:nvPr>
        </p:nvSpPr>
        <p:spPr/>
        <p:txBody>
          <a:bodyPr/>
          <a:lstStyle/>
          <a:p>
            <a:fld id="{1DE35AD6-8243-4373-A860-92FF328D3F0C}" type="datetimeFigureOut">
              <a:rPr lang="en-IN" smtClean="0"/>
              <a:t>06-03-2026</a:t>
            </a:fld>
            <a:endParaRPr lang="en-IN"/>
          </a:p>
        </p:txBody>
      </p:sp>
      <p:sp>
        <p:nvSpPr>
          <p:cNvPr id="3" name="Footer Placeholder 2">
            <a:extLst>
              <a:ext uri="{FF2B5EF4-FFF2-40B4-BE49-F238E27FC236}">
                <a16:creationId xmlns:a16="http://schemas.microsoft.com/office/drawing/2014/main" id="{22BC56E0-FD3C-1632-69B4-4817C85FD87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93741F6-9237-55D8-4AA8-B3749249383B}"/>
              </a:ext>
            </a:extLst>
          </p:cNvPr>
          <p:cNvSpPr>
            <a:spLocks noGrp="1"/>
          </p:cNvSpPr>
          <p:nvPr>
            <p:ph type="sldNum" sz="quarter" idx="12"/>
          </p:nvPr>
        </p:nvSpPr>
        <p:spPr/>
        <p:txBody>
          <a:bodyPr/>
          <a:lstStyle/>
          <a:p>
            <a:fld id="{FEAC9730-9C55-48A7-BB8F-7F70C45B9EE2}" type="slidenum">
              <a:rPr lang="en-IN" smtClean="0"/>
              <a:t>‹#›</a:t>
            </a:fld>
            <a:endParaRPr lang="en-IN"/>
          </a:p>
        </p:txBody>
      </p:sp>
    </p:spTree>
    <p:extLst>
      <p:ext uri="{BB962C8B-B14F-4D97-AF65-F5344CB8AC3E}">
        <p14:creationId xmlns:p14="http://schemas.microsoft.com/office/powerpoint/2010/main" val="1441848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65622-26EC-6715-E399-103C2B448E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C09EC3F-2AAD-6B47-197B-4EC413F0EC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B946106-53AD-7384-9F51-CE5EFAB67B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7B1541-3DAA-7A97-2AD4-868A7015B5DF}"/>
              </a:ext>
            </a:extLst>
          </p:cNvPr>
          <p:cNvSpPr>
            <a:spLocks noGrp="1"/>
          </p:cNvSpPr>
          <p:nvPr>
            <p:ph type="dt" sz="half" idx="10"/>
          </p:nvPr>
        </p:nvSpPr>
        <p:spPr/>
        <p:txBody>
          <a:bodyPr/>
          <a:lstStyle/>
          <a:p>
            <a:fld id="{1DE35AD6-8243-4373-A860-92FF328D3F0C}" type="datetimeFigureOut">
              <a:rPr lang="en-IN" smtClean="0"/>
              <a:t>06-03-2026</a:t>
            </a:fld>
            <a:endParaRPr lang="en-IN"/>
          </a:p>
        </p:txBody>
      </p:sp>
      <p:sp>
        <p:nvSpPr>
          <p:cNvPr id="6" name="Footer Placeholder 5">
            <a:extLst>
              <a:ext uri="{FF2B5EF4-FFF2-40B4-BE49-F238E27FC236}">
                <a16:creationId xmlns:a16="http://schemas.microsoft.com/office/drawing/2014/main" id="{29BEFC4D-A42C-9E89-9FDD-BFDD18BCE1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06EF50-BA5B-E027-FCD6-966F25622ED4}"/>
              </a:ext>
            </a:extLst>
          </p:cNvPr>
          <p:cNvSpPr>
            <a:spLocks noGrp="1"/>
          </p:cNvSpPr>
          <p:nvPr>
            <p:ph type="sldNum" sz="quarter" idx="12"/>
          </p:nvPr>
        </p:nvSpPr>
        <p:spPr/>
        <p:txBody>
          <a:bodyPr/>
          <a:lstStyle/>
          <a:p>
            <a:fld id="{FEAC9730-9C55-48A7-BB8F-7F70C45B9EE2}" type="slidenum">
              <a:rPr lang="en-IN" smtClean="0"/>
              <a:t>‹#›</a:t>
            </a:fld>
            <a:endParaRPr lang="en-IN"/>
          </a:p>
        </p:txBody>
      </p:sp>
    </p:spTree>
    <p:extLst>
      <p:ext uri="{BB962C8B-B14F-4D97-AF65-F5344CB8AC3E}">
        <p14:creationId xmlns:p14="http://schemas.microsoft.com/office/powerpoint/2010/main" val="1598935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F817D-86BA-CAAE-F08E-1969B3BDF8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D27E3C7-9EC3-E93E-6869-3DDED00050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9ED9867-5A8D-FCB6-B676-F4100A1F99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06E815-6483-3B5A-E44D-3BBF94BFCCDF}"/>
              </a:ext>
            </a:extLst>
          </p:cNvPr>
          <p:cNvSpPr>
            <a:spLocks noGrp="1"/>
          </p:cNvSpPr>
          <p:nvPr>
            <p:ph type="dt" sz="half" idx="10"/>
          </p:nvPr>
        </p:nvSpPr>
        <p:spPr/>
        <p:txBody>
          <a:bodyPr/>
          <a:lstStyle/>
          <a:p>
            <a:fld id="{1DE35AD6-8243-4373-A860-92FF328D3F0C}" type="datetimeFigureOut">
              <a:rPr lang="en-IN" smtClean="0"/>
              <a:t>06-03-2026</a:t>
            </a:fld>
            <a:endParaRPr lang="en-IN"/>
          </a:p>
        </p:txBody>
      </p:sp>
      <p:sp>
        <p:nvSpPr>
          <p:cNvPr id="6" name="Footer Placeholder 5">
            <a:extLst>
              <a:ext uri="{FF2B5EF4-FFF2-40B4-BE49-F238E27FC236}">
                <a16:creationId xmlns:a16="http://schemas.microsoft.com/office/drawing/2014/main" id="{71C2AE56-9550-6451-1CD1-6E2FC90E70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4A49EA-42B8-F5F0-9472-7CD4044A69CD}"/>
              </a:ext>
            </a:extLst>
          </p:cNvPr>
          <p:cNvSpPr>
            <a:spLocks noGrp="1"/>
          </p:cNvSpPr>
          <p:nvPr>
            <p:ph type="sldNum" sz="quarter" idx="12"/>
          </p:nvPr>
        </p:nvSpPr>
        <p:spPr/>
        <p:txBody>
          <a:bodyPr/>
          <a:lstStyle/>
          <a:p>
            <a:fld id="{FEAC9730-9C55-48A7-BB8F-7F70C45B9EE2}" type="slidenum">
              <a:rPr lang="en-IN" smtClean="0"/>
              <a:t>‹#›</a:t>
            </a:fld>
            <a:endParaRPr lang="en-IN"/>
          </a:p>
        </p:txBody>
      </p:sp>
    </p:spTree>
    <p:extLst>
      <p:ext uri="{BB962C8B-B14F-4D97-AF65-F5344CB8AC3E}">
        <p14:creationId xmlns:p14="http://schemas.microsoft.com/office/powerpoint/2010/main" val="1067874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60B6D-A374-6A73-2134-CA0C309DEA8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93314F-5F3E-02B5-76C0-C2FA781E8A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546017-7FDF-2573-D43D-56EF6494709A}"/>
              </a:ext>
            </a:extLst>
          </p:cNvPr>
          <p:cNvSpPr>
            <a:spLocks noGrp="1"/>
          </p:cNvSpPr>
          <p:nvPr>
            <p:ph type="dt" sz="half" idx="10"/>
          </p:nvPr>
        </p:nvSpPr>
        <p:spPr/>
        <p:txBody>
          <a:bodyPr/>
          <a:lstStyle/>
          <a:p>
            <a:fld id="{1DE35AD6-8243-4373-A860-92FF328D3F0C}" type="datetimeFigureOut">
              <a:rPr lang="en-IN" smtClean="0"/>
              <a:t>06-03-2026</a:t>
            </a:fld>
            <a:endParaRPr lang="en-IN"/>
          </a:p>
        </p:txBody>
      </p:sp>
      <p:sp>
        <p:nvSpPr>
          <p:cNvPr id="5" name="Footer Placeholder 4">
            <a:extLst>
              <a:ext uri="{FF2B5EF4-FFF2-40B4-BE49-F238E27FC236}">
                <a16:creationId xmlns:a16="http://schemas.microsoft.com/office/drawing/2014/main" id="{8F1B7D0D-D7BD-D1DC-1DAC-2429A8A033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51D881-1761-FE2D-7ABA-F95E5FB05F4D}"/>
              </a:ext>
            </a:extLst>
          </p:cNvPr>
          <p:cNvSpPr>
            <a:spLocks noGrp="1"/>
          </p:cNvSpPr>
          <p:nvPr>
            <p:ph type="sldNum" sz="quarter" idx="12"/>
          </p:nvPr>
        </p:nvSpPr>
        <p:spPr/>
        <p:txBody>
          <a:bodyPr/>
          <a:lstStyle/>
          <a:p>
            <a:fld id="{FEAC9730-9C55-48A7-BB8F-7F70C45B9EE2}" type="slidenum">
              <a:rPr lang="en-IN" smtClean="0"/>
              <a:t>‹#›</a:t>
            </a:fld>
            <a:endParaRPr lang="en-IN"/>
          </a:p>
        </p:txBody>
      </p:sp>
    </p:spTree>
    <p:extLst>
      <p:ext uri="{BB962C8B-B14F-4D97-AF65-F5344CB8AC3E}">
        <p14:creationId xmlns:p14="http://schemas.microsoft.com/office/powerpoint/2010/main" val="4204994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90542E-FACE-83CB-6649-80EACCA2DB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323A70E-3E49-FD7D-87D0-12D98B5D09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07615E-D794-074C-42E6-8A726C293D3B}"/>
              </a:ext>
            </a:extLst>
          </p:cNvPr>
          <p:cNvSpPr>
            <a:spLocks noGrp="1"/>
          </p:cNvSpPr>
          <p:nvPr>
            <p:ph type="dt" sz="half" idx="10"/>
          </p:nvPr>
        </p:nvSpPr>
        <p:spPr/>
        <p:txBody>
          <a:bodyPr/>
          <a:lstStyle/>
          <a:p>
            <a:fld id="{1DE35AD6-8243-4373-A860-92FF328D3F0C}" type="datetimeFigureOut">
              <a:rPr lang="en-IN" smtClean="0"/>
              <a:t>06-03-2026</a:t>
            </a:fld>
            <a:endParaRPr lang="en-IN"/>
          </a:p>
        </p:txBody>
      </p:sp>
      <p:sp>
        <p:nvSpPr>
          <p:cNvPr id="5" name="Footer Placeholder 4">
            <a:extLst>
              <a:ext uri="{FF2B5EF4-FFF2-40B4-BE49-F238E27FC236}">
                <a16:creationId xmlns:a16="http://schemas.microsoft.com/office/drawing/2014/main" id="{3807F004-0031-D746-4E58-2C4298734F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957B50-3AFB-884E-E7FC-99C54E635258}"/>
              </a:ext>
            </a:extLst>
          </p:cNvPr>
          <p:cNvSpPr>
            <a:spLocks noGrp="1"/>
          </p:cNvSpPr>
          <p:nvPr>
            <p:ph type="sldNum" sz="quarter" idx="12"/>
          </p:nvPr>
        </p:nvSpPr>
        <p:spPr/>
        <p:txBody>
          <a:bodyPr/>
          <a:lstStyle/>
          <a:p>
            <a:fld id="{FEAC9730-9C55-48A7-BB8F-7F70C45B9EE2}" type="slidenum">
              <a:rPr lang="en-IN" smtClean="0"/>
              <a:t>‹#›</a:t>
            </a:fld>
            <a:endParaRPr lang="en-IN"/>
          </a:p>
        </p:txBody>
      </p:sp>
    </p:spTree>
    <p:extLst>
      <p:ext uri="{BB962C8B-B14F-4D97-AF65-F5344CB8AC3E}">
        <p14:creationId xmlns:p14="http://schemas.microsoft.com/office/powerpoint/2010/main" val="40816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7C32F6-EB93-BDB6-C151-0050DAE33C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2B9092-3B24-E9F6-72AE-3F59A2F1DB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372698-E580-7FEC-C635-EE8D2F112F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E35AD6-8243-4373-A860-92FF328D3F0C}" type="datetimeFigureOut">
              <a:rPr lang="en-IN" smtClean="0"/>
              <a:t>06-03-2026</a:t>
            </a:fld>
            <a:endParaRPr lang="en-IN"/>
          </a:p>
        </p:txBody>
      </p:sp>
      <p:sp>
        <p:nvSpPr>
          <p:cNvPr id="5" name="Footer Placeholder 4">
            <a:extLst>
              <a:ext uri="{FF2B5EF4-FFF2-40B4-BE49-F238E27FC236}">
                <a16:creationId xmlns:a16="http://schemas.microsoft.com/office/drawing/2014/main" id="{E4F9439D-C792-2B06-885C-E869D83B1C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2469B50-49E5-7FBA-4C11-B925F204DD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C9730-9C55-48A7-BB8F-7F70C45B9EE2}" type="slidenum">
              <a:rPr lang="en-IN" smtClean="0"/>
              <a:t>‹#›</a:t>
            </a:fld>
            <a:endParaRPr lang="en-IN"/>
          </a:p>
        </p:txBody>
      </p:sp>
    </p:spTree>
    <p:extLst>
      <p:ext uri="{BB962C8B-B14F-4D97-AF65-F5344CB8AC3E}">
        <p14:creationId xmlns:p14="http://schemas.microsoft.com/office/powerpoint/2010/main" val="3498414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2845D-813A-C039-05DB-E5403192B784}"/>
              </a:ext>
            </a:extLst>
          </p:cNvPr>
          <p:cNvSpPr>
            <a:spLocks noGrp="1"/>
          </p:cNvSpPr>
          <p:nvPr>
            <p:ph type="ctrTitle"/>
          </p:nvPr>
        </p:nvSpPr>
        <p:spPr>
          <a:xfrm>
            <a:off x="1629104" y="367860"/>
            <a:ext cx="9144000" cy="997991"/>
          </a:xfrm>
        </p:spPr>
        <p:txBody>
          <a:bodyPr/>
          <a:lstStyle/>
          <a:p>
            <a:r>
              <a:rPr lang="en-US" dirty="0"/>
              <a:t>ADVANCE SQL </a:t>
            </a:r>
            <a:endParaRPr lang="en-IN" dirty="0"/>
          </a:p>
        </p:txBody>
      </p:sp>
      <p:sp>
        <p:nvSpPr>
          <p:cNvPr id="3" name="Subtitle 2">
            <a:extLst>
              <a:ext uri="{FF2B5EF4-FFF2-40B4-BE49-F238E27FC236}">
                <a16:creationId xmlns:a16="http://schemas.microsoft.com/office/drawing/2014/main" id="{B082F35A-FE01-9F7D-0EB3-7137EFCC17F7}"/>
              </a:ext>
            </a:extLst>
          </p:cNvPr>
          <p:cNvSpPr>
            <a:spLocks noGrp="1"/>
          </p:cNvSpPr>
          <p:nvPr>
            <p:ph type="subTitle" idx="1"/>
          </p:nvPr>
        </p:nvSpPr>
        <p:spPr>
          <a:xfrm>
            <a:off x="1629104" y="1636603"/>
            <a:ext cx="9144000" cy="4238680"/>
          </a:xfrm>
        </p:spPr>
        <p:txBody>
          <a:bodyPr/>
          <a:lstStyle/>
          <a:p>
            <a:r>
              <a:rPr lang="en-US" b="1" dirty="0">
                <a:latin typeface="Gill Sans MT" panose="020B0502020104020203" pitchFamily="34" charset="0"/>
              </a:rPr>
              <a:t>Q1</a:t>
            </a:r>
            <a:r>
              <a:rPr lang="en-US" dirty="0">
                <a:latin typeface="Gill Sans MT" panose="020B0502020104020203" pitchFamily="34" charset="0"/>
              </a:rPr>
              <a:t>. What is a Common Table Expression (CTE), and how does it improve SQL query readability?</a:t>
            </a:r>
          </a:p>
          <a:p>
            <a:r>
              <a:rPr lang="en-US" b="1" dirty="0">
                <a:latin typeface="Gill Sans MT" panose="020B0502020104020203" pitchFamily="34" charset="0"/>
              </a:rPr>
              <a:t>ANS</a:t>
            </a:r>
            <a:r>
              <a:rPr lang="en-US" dirty="0">
                <a:latin typeface="Gill Sans MT" panose="020B0502020104020203" pitchFamily="34" charset="0"/>
              </a:rPr>
              <a:t>:</a:t>
            </a:r>
            <a:r>
              <a:rPr lang="en-US" dirty="0">
                <a:solidFill>
                  <a:srgbClr val="00B0F0"/>
                </a:solidFill>
                <a:latin typeface="Gill Sans MT" panose="020B0502020104020203" pitchFamily="34" charset="0"/>
              </a:rPr>
              <a:t>A Common Table Expression (CTE) is a temporary result set defined using the WITH clause in SQL. It exists only for the duration of a single query and can be used like a table within that query.</a:t>
            </a:r>
          </a:p>
          <a:p>
            <a:r>
              <a:rPr lang="en-US" dirty="0">
                <a:solidFill>
                  <a:srgbClr val="00B0F0"/>
                </a:solidFill>
                <a:latin typeface="Gill Sans MT" panose="020B0502020104020203" pitchFamily="34" charset="0"/>
              </a:rPr>
              <a:t>CTEs improve SQL query readability by breaking complex queries into smaller and more understandable parts. Instead of using long and nested subqueries, a CTE allows developers to create a named temporary result and reference it in the main query. This makes the query structure clearer, easier to read, and easier to maintain.</a:t>
            </a:r>
          </a:p>
          <a:p>
            <a:endParaRPr lang="en-IN" dirty="0">
              <a:latin typeface="Gill Sans MT" panose="020B0502020104020203" pitchFamily="34" charset="0"/>
            </a:endParaRPr>
          </a:p>
        </p:txBody>
      </p:sp>
    </p:spTree>
    <p:extLst>
      <p:ext uri="{BB962C8B-B14F-4D97-AF65-F5344CB8AC3E}">
        <p14:creationId xmlns:p14="http://schemas.microsoft.com/office/powerpoint/2010/main" val="4034690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97102-A83D-B122-A608-78DD3C1B965E}"/>
              </a:ext>
            </a:extLst>
          </p:cNvPr>
          <p:cNvSpPr>
            <a:spLocks noGrp="1"/>
          </p:cNvSpPr>
          <p:nvPr>
            <p:ph type="title"/>
          </p:nvPr>
        </p:nvSpPr>
        <p:spPr/>
        <p:txBody>
          <a:bodyPr>
            <a:normAutofit/>
          </a:bodyPr>
          <a:lstStyle/>
          <a:p>
            <a:pPr algn="ctr"/>
            <a:r>
              <a:rPr lang="en-US" sz="2400" dirty="0">
                <a:latin typeface="Gill Sans MT" panose="020B0502020104020203" pitchFamily="34" charset="0"/>
              </a:rPr>
              <a:t>Q2. Why are some views updatable while others are read-only? Explain with an example.</a:t>
            </a:r>
            <a:endParaRPr lang="en-IN" sz="2400" dirty="0">
              <a:latin typeface="Gill Sans MT" panose="020B0502020104020203" pitchFamily="34" charset="0"/>
            </a:endParaRPr>
          </a:p>
        </p:txBody>
      </p:sp>
      <p:sp>
        <p:nvSpPr>
          <p:cNvPr id="3" name="Content Placeholder 2">
            <a:extLst>
              <a:ext uri="{FF2B5EF4-FFF2-40B4-BE49-F238E27FC236}">
                <a16:creationId xmlns:a16="http://schemas.microsoft.com/office/drawing/2014/main" id="{B7632FDA-F052-AB65-F927-1D26DEC73884}"/>
              </a:ext>
            </a:extLst>
          </p:cNvPr>
          <p:cNvSpPr>
            <a:spLocks noGrp="1"/>
          </p:cNvSpPr>
          <p:nvPr>
            <p:ph idx="1"/>
          </p:nvPr>
        </p:nvSpPr>
        <p:spPr>
          <a:xfrm>
            <a:off x="838200" y="1825624"/>
            <a:ext cx="10515600" cy="4879975"/>
          </a:xfrm>
        </p:spPr>
        <p:txBody>
          <a:bodyPr>
            <a:normAutofit/>
          </a:bodyPr>
          <a:lstStyle/>
          <a:p>
            <a:r>
              <a:rPr lang="en-US" sz="2400" dirty="0">
                <a:latin typeface="Gill Sans MT" panose="020B0502020104020203" pitchFamily="34" charset="0"/>
              </a:rPr>
              <a:t>ANS: </a:t>
            </a:r>
            <a:r>
              <a:rPr lang="en-US" sz="2400" dirty="0">
                <a:solidFill>
                  <a:srgbClr val="00B0F0"/>
                </a:solidFill>
                <a:latin typeface="Gill Sans MT" panose="020B0502020104020203" pitchFamily="34" charset="0"/>
              </a:rPr>
              <a:t>Some views are updatable while others are read-only because it depends on how the view is created and whether the database can clearly map the changes back to the original table.</a:t>
            </a:r>
          </a:p>
          <a:p>
            <a:r>
              <a:rPr lang="en-US" sz="2400" dirty="0">
                <a:solidFill>
                  <a:srgbClr val="00B0F0"/>
                </a:solidFill>
                <a:latin typeface="Gill Sans MT" panose="020B0502020104020203" pitchFamily="34" charset="0"/>
              </a:rPr>
              <a:t>A view is updatable when it is based on a single table and does not use complex operations such as JOIN, GROUP BY, DISTINCT, or aggregate functions. In this case, the database knows exactly which row in the base table should be updated.</a:t>
            </a:r>
          </a:p>
          <a:p>
            <a:r>
              <a:rPr lang="en-US" sz="2400" dirty="0">
                <a:solidFill>
                  <a:srgbClr val="00B0F0"/>
                </a:solidFill>
                <a:latin typeface="Gill Sans MT" panose="020B0502020104020203" pitchFamily="34" charset="0"/>
              </a:rPr>
              <a:t>A view becomes read-only when it includes multiple tables, joins, grouping, or calculations. In such situations, the database cannot determine how the update should be applied to the original tables.</a:t>
            </a:r>
          </a:p>
          <a:p>
            <a:r>
              <a:rPr lang="en-US" sz="1500" dirty="0">
                <a:latin typeface="Gill Sans MT" panose="020B0502020104020203" pitchFamily="34" charset="0"/>
              </a:rPr>
              <a:t>UPDATE= CREATE VIEW </a:t>
            </a:r>
            <a:r>
              <a:rPr lang="en-US" sz="1500" dirty="0" err="1">
                <a:latin typeface="Gill Sans MT" panose="020B0502020104020203" pitchFamily="34" charset="0"/>
              </a:rPr>
              <a:t>employee_view</a:t>
            </a:r>
            <a:r>
              <a:rPr lang="en-US" sz="1500" dirty="0">
                <a:latin typeface="Gill Sans MT" panose="020B0502020104020203" pitchFamily="34" charset="0"/>
              </a:rPr>
              <a:t>  AS                                                    READ ONLY:: </a:t>
            </a:r>
            <a:r>
              <a:rPr lang="en-US" sz="1600" dirty="0"/>
              <a:t>CREATE VIEW </a:t>
            </a:r>
            <a:r>
              <a:rPr lang="en-US" sz="1600" dirty="0" err="1"/>
              <a:t>dept_salary</a:t>
            </a:r>
            <a:r>
              <a:rPr lang="en-US" sz="1600" dirty="0"/>
              <a:t> AS</a:t>
            </a:r>
            <a:endParaRPr lang="en-US" sz="1500" dirty="0">
              <a:latin typeface="Gill Sans MT" panose="020B0502020104020203" pitchFamily="34" charset="0"/>
            </a:endParaRPr>
          </a:p>
          <a:p>
            <a:r>
              <a:rPr lang="en-US" sz="1500" dirty="0">
                <a:latin typeface="Gill Sans MT" panose="020B0502020104020203" pitchFamily="34" charset="0"/>
              </a:rPr>
              <a:t>SELECT </a:t>
            </a:r>
            <a:r>
              <a:rPr lang="en-US" sz="1500" dirty="0" err="1">
                <a:latin typeface="Gill Sans MT" panose="020B0502020104020203" pitchFamily="34" charset="0"/>
              </a:rPr>
              <a:t>emp_id</a:t>
            </a:r>
            <a:r>
              <a:rPr lang="en-US" sz="1500" dirty="0">
                <a:latin typeface="Gill Sans MT" panose="020B0502020104020203" pitchFamily="34" charset="0"/>
              </a:rPr>
              <a:t>, name, salary                                                                   </a:t>
            </a:r>
            <a:r>
              <a:rPr lang="en-US" sz="1600" dirty="0"/>
              <a:t>SELECT </a:t>
            </a:r>
            <a:r>
              <a:rPr lang="en-US" sz="1600" dirty="0" err="1"/>
              <a:t>department_id</a:t>
            </a:r>
            <a:r>
              <a:rPr lang="en-US" sz="1600" dirty="0"/>
              <a:t>, AVG(salary)</a:t>
            </a:r>
            <a:endParaRPr lang="en-US" sz="1500" dirty="0">
              <a:latin typeface="Gill Sans MT" panose="020B0502020104020203" pitchFamily="34" charset="0"/>
            </a:endParaRPr>
          </a:p>
          <a:p>
            <a:r>
              <a:rPr lang="en-US" sz="1500" dirty="0">
                <a:latin typeface="Gill Sans MT" panose="020B0502020104020203" pitchFamily="34" charset="0"/>
              </a:rPr>
              <a:t>FROM employees;                                                                                    </a:t>
            </a:r>
            <a:r>
              <a:rPr lang="en-IN" sz="1600" dirty="0"/>
              <a:t>FROM employees  GROUP BY </a:t>
            </a:r>
            <a:r>
              <a:rPr lang="en-IN" sz="1600" dirty="0" err="1"/>
              <a:t>department_id</a:t>
            </a:r>
            <a:r>
              <a:rPr lang="en-IN" sz="1600" dirty="0"/>
              <a:t>;</a:t>
            </a:r>
            <a:endParaRPr lang="en-US" sz="1500" dirty="0">
              <a:latin typeface="Gill Sans MT" panose="020B0502020104020203" pitchFamily="34" charset="0"/>
            </a:endParaRPr>
          </a:p>
          <a:p>
            <a:pPr algn="ctr"/>
            <a:endParaRPr lang="en-IN" sz="2400" dirty="0"/>
          </a:p>
        </p:txBody>
      </p:sp>
    </p:spTree>
    <p:extLst>
      <p:ext uri="{BB962C8B-B14F-4D97-AF65-F5344CB8AC3E}">
        <p14:creationId xmlns:p14="http://schemas.microsoft.com/office/powerpoint/2010/main" val="1842681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20E32-3CE5-CAC0-DA15-8C9549D853AB}"/>
              </a:ext>
            </a:extLst>
          </p:cNvPr>
          <p:cNvSpPr>
            <a:spLocks noGrp="1"/>
          </p:cNvSpPr>
          <p:nvPr>
            <p:ph type="title"/>
          </p:nvPr>
        </p:nvSpPr>
        <p:spPr/>
        <p:txBody>
          <a:bodyPr>
            <a:normAutofit/>
          </a:bodyPr>
          <a:lstStyle/>
          <a:p>
            <a:r>
              <a:rPr lang="en-US" sz="2400" dirty="0">
                <a:latin typeface="Gill Sans MT" panose="020B0502020104020203" pitchFamily="34" charset="0"/>
              </a:rPr>
              <a:t>Q3. What advantages do stored procedures offer compared to writing raw SQL queries repeatedly?</a:t>
            </a:r>
            <a:endParaRPr lang="en-IN" sz="2400" dirty="0">
              <a:latin typeface="Gill Sans MT" panose="020B0502020104020203" pitchFamily="34" charset="0"/>
            </a:endParaRPr>
          </a:p>
        </p:txBody>
      </p:sp>
      <p:sp>
        <p:nvSpPr>
          <p:cNvPr id="3" name="Content Placeholder 2">
            <a:extLst>
              <a:ext uri="{FF2B5EF4-FFF2-40B4-BE49-F238E27FC236}">
                <a16:creationId xmlns:a16="http://schemas.microsoft.com/office/drawing/2014/main" id="{0F161830-DA93-B9B3-CBF1-E149782A4C0C}"/>
              </a:ext>
            </a:extLst>
          </p:cNvPr>
          <p:cNvSpPr>
            <a:spLocks noGrp="1"/>
          </p:cNvSpPr>
          <p:nvPr>
            <p:ph idx="1"/>
          </p:nvPr>
        </p:nvSpPr>
        <p:spPr/>
        <p:txBody>
          <a:bodyPr>
            <a:normAutofit/>
          </a:bodyPr>
          <a:lstStyle/>
          <a:p>
            <a:r>
              <a:rPr lang="en-US" sz="2400" dirty="0"/>
              <a:t>ANS: </a:t>
            </a:r>
            <a:r>
              <a:rPr lang="en-US" sz="2400" dirty="0">
                <a:solidFill>
                  <a:schemeClr val="accent5">
                    <a:lumMod val="75000"/>
                  </a:schemeClr>
                </a:solidFill>
                <a:latin typeface="Gill Sans MT" panose="020B0502020104020203" pitchFamily="34" charset="0"/>
              </a:rPr>
              <a:t>Stored procedures offer several advantages compared to writing raw SQL queries repeatedly. They improve performance because the SQL code is precompiled and stored in the database, which reduces execution time. They also reduce code repetition since the same procedure can be reused multiple times instead of writing the same query again.</a:t>
            </a:r>
          </a:p>
          <a:p>
            <a:r>
              <a:rPr lang="en-US" sz="2400" dirty="0">
                <a:solidFill>
                  <a:schemeClr val="accent5">
                    <a:lumMod val="75000"/>
                  </a:schemeClr>
                </a:solidFill>
                <a:latin typeface="Gill Sans MT" panose="020B0502020104020203" pitchFamily="34" charset="0"/>
              </a:rPr>
              <a:t>Stored procedures also increase security, as users can be given permission to execute the procedure without direct access to the underlying tables. Additionally, they simplify maintenance, because changes need to be made only in the procedure rather than in every query where the logic is used</a:t>
            </a:r>
            <a:r>
              <a:rPr lang="en-US" sz="2400" dirty="0">
                <a:solidFill>
                  <a:schemeClr val="accent5">
                    <a:lumMod val="75000"/>
                  </a:schemeClr>
                </a:solidFill>
              </a:rPr>
              <a:t>.</a:t>
            </a:r>
          </a:p>
          <a:p>
            <a:endParaRPr lang="en-IN" sz="2400" dirty="0"/>
          </a:p>
        </p:txBody>
      </p:sp>
    </p:spTree>
    <p:extLst>
      <p:ext uri="{BB962C8B-B14F-4D97-AF65-F5344CB8AC3E}">
        <p14:creationId xmlns:p14="http://schemas.microsoft.com/office/powerpoint/2010/main" val="3580235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FC2D9-A8E1-705B-CFE9-5736E13EF461}"/>
              </a:ext>
            </a:extLst>
          </p:cNvPr>
          <p:cNvSpPr>
            <a:spLocks noGrp="1"/>
          </p:cNvSpPr>
          <p:nvPr>
            <p:ph type="title"/>
          </p:nvPr>
        </p:nvSpPr>
        <p:spPr/>
        <p:txBody>
          <a:bodyPr>
            <a:normAutofit/>
          </a:bodyPr>
          <a:lstStyle/>
          <a:p>
            <a:pPr algn="ctr"/>
            <a:r>
              <a:rPr lang="en-US" sz="2400" dirty="0">
                <a:latin typeface="Gill Sans MT" panose="020B0502020104020203" pitchFamily="34" charset="0"/>
              </a:rPr>
              <a:t>Q4. What is the purpose of triggers in a database? Mention one use case where a trigger is essential.</a:t>
            </a:r>
            <a:endParaRPr lang="en-IN" sz="2400" dirty="0">
              <a:latin typeface="Gill Sans MT" panose="020B0502020104020203" pitchFamily="34" charset="0"/>
            </a:endParaRPr>
          </a:p>
        </p:txBody>
      </p:sp>
      <p:sp>
        <p:nvSpPr>
          <p:cNvPr id="3" name="Content Placeholder 2">
            <a:extLst>
              <a:ext uri="{FF2B5EF4-FFF2-40B4-BE49-F238E27FC236}">
                <a16:creationId xmlns:a16="http://schemas.microsoft.com/office/drawing/2014/main" id="{4A5F9895-AA77-A6A0-C40F-421FE8104F9F}"/>
              </a:ext>
            </a:extLst>
          </p:cNvPr>
          <p:cNvSpPr>
            <a:spLocks noGrp="1"/>
          </p:cNvSpPr>
          <p:nvPr>
            <p:ph idx="1"/>
          </p:nvPr>
        </p:nvSpPr>
        <p:spPr/>
        <p:txBody>
          <a:bodyPr/>
          <a:lstStyle/>
          <a:p>
            <a:r>
              <a:rPr lang="en-US" dirty="0">
                <a:latin typeface="Gill Sans MT" panose="020B0502020104020203" pitchFamily="34" charset="0"/>
              </a:rPr>
              <a:t>ANS : </a:t>
            </a:r>
            <a:r>
              <a:rPr lang="en-US" dirty="0">
                <a:solidFill>
                  <a:schemeClr val="accent5">
                    <a:lumMod val="75000"/>
                  </a:schemeClr>
                </a:solidFill>
                <a:latin typeface="Gill Sans MT" panose="020B0502020104020203" pitchFamily="34" charset="0"/>
              </a:rPr>
              <a:t>Triggers are special database programs that automatically execute when a specific event occurs on a table, such as INSERT, UPDATE, or DELETE. Their purpose is to automatically enforce rules, maintain data integrity, and perform actions without manual intervention.</a:t>
            </a:r>
          </a:p>
          <a:p>
            <a:r>
              <a:rPr lang="en-US" dirty="0">
                <a:solidFill>
                  <a:schemeClr val="accent5">
                    <a:lumMod val="75000"/>
                  </a:schemeClr>
                </a:solidFill>
                <a:latin typeface="Gill Sans MT" panose="020B0502020104020203" pitchFamily="34" charset="0"/>
              </a:rPr>
              <a:t>One essential use case is auditing or logging changes. For example, when a product is deleted from a Products table, a trigger can automatically store the deleted record in a </a:t>
            </a:r>
            <a:r>
              <a:rPr lang="en-US" dirty="0" err="1">
                <a:solidFill>
                  <a:schemeClr val="accent5">
                    <a:lumMod val="75000"/>
                  </a:schemeClr>
                </a:solidFill>
                <a:latin typeface="Gill Sans MT" panose="020B0502020104020203" pitchFamily="34" charset="0"/>
              </a:rPr>
              <a:t>ProductArchive</a:t>
            </a:r>
            <a:r>
              <a:rPr lang="en-US" dirty="0">
                <a:solidFill>
                  <a:schemeClr val="accent5">
                    <a:lumMod val="75000"/>
                  </a:schemeClr>
                </a:solidFill>
                <a:latin typeface="Gill Sans MT" panose="020B0502020104020203" pitchFamily="34" charset="0"/>
              </a:rPr>
              <a:t> table along with a timestamp. This helps keep track of deleted data for security and record-keeping purposes.</a:t>
            </a:r>
          </a:p>
          <a:p>
            <a:pPr algn="ctr"/>
            <a:endParaRPr lang="en-IN" dirty="0">
              <a:latin typeface="Gill Sans MT" panose="020B0502020104020203" pitchFamily="34" charset="0"/>
            </a:endParaRPr>
          </a:p>
        </p:txBody>
      </p:sp>
    </p:spTree>
    <p:extLst>
      <p:ext uri="{BB962C8B-B14F-4D97-AF65-F5344CB8AC3E}">
        <p14:creationId xmlns:p14="http://schemas.microsoft.com/office/powerpoint/2010/main" val="2336167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EB326-EEE4-7E13-D707-27CB38BB4A5F}"/>
              </a:ext>
            </a:extLst>
          </p:cNvPr>
          <p:cNvSpPr>
            <a:spLocks noGrp="1"/>
          </p:cNvSpPr>
          <p:nvPr>
            <p:ph type="title"/>
          </p:nvPr>
        </p:nvSpPr>
        <p:spPr/>
        <p:txBody>
          <a:bodyPr>
            <a:normAutofit/>
          </a:bodyPr>
          <a:lstStyle/>
          <a:p>
            <a:pPr algn="ctr"/>
            <a:r>
              <a:rPr lang="en-US" sz="2400" dirty="0">
                <a:latin typeface="Gill Sans MT" panose="020B0502020104020203" pitchFamily="34" charset="0"/>
              </a:rPr>
              <a:t>Q5. Explain the need for data modelling and normalization when designing a database.</a:t>
            </a:r>
            <a:endParaRPr lang="en-IN" sz="2400" dirty="0">
              <a:latin typeface="Gill Sans MT" panose="020B0502020104020203" pitchFamily="34" charset="0"/>
            </a:endParaRPr>
          </a:p>
        </p:txBody>
      </p:sp>
      <p:sp>
        <p:nvSpPr>
          <p:cNvPr id="3" name="Content Placeholder 2">
            <a:extLst>
              <a:ext uri="{FF2B5EF4-FFF2-40B4-BE49-F238E27FC236}">
                <a16:creationId xmlns:a16="http://schemas.microsoft.com/office/drawing/2014/main" id="{DF9299A4-80CE-D48B-9B7E-8296566364C0}"/>
              </a:ext>
            </a:extLst>
          </p:cNvPr>
          <p:cNvSpPr>
            <a:spLocks noGrp="1"/>
          </p:cNvSpPr>
          <p:nvPr>
            <p:ph idx="1"/>
          </p:nvPr>
        </p:nvSpPr>
        <p:spPr/>
        <p:txBody>
          <a:bodyPr>
            <a:normAutofit lnSpcReduction="10000"/>
          </a:bodyPr>
          <a:lstStyle/>
          <a:p>
            <a:r>
              <a:rPr lang="en-US" sz="2400" dirty="0">
                <a:latin typeface="Gill Sans MT" panose="020B0502020104020203" pitchFamily="34" charset="0"/>
              </a:rPr>
              <a:t>ANS</a:t>
            </a:r>
            <a:r>
              <a:rPr lang="en-US" b="1" dirty="0">
                <a:latin typeface="Gill Sans MT" panose="020B0502020104020203" pitchFamily="34" charset="0"/>
              </a:rPr>
              <a:t> : </a:t>
            </a:r>
            <a:r>
              <a:rPr lang="en-US" sz="2600" dirty="0">
                <a:solidFill>
                  <a:schemeClr val="accent5">
                    <a:lumMod val="75000"/>
                  </a:schemeClr>
                </a:solidFill>
                <a:latin typeface="Gill Sans MT" panose="020B0502020104020203" pitchFamily="34" charset="0"/>
              </a:rPr>
              <a:t>Data modelling and normalization are important in database design because they help organize data efficiently and reduce errors.</a:t>
            </a:r>
          </a:p>
          <a:p>
            <a:r>
              <a:rPr lang="en-US" sz="2600" dirty="0">
                <a:solidFill>
                  <a:schemeClr val="accent5">
                    <a:lumMod val="75000"/>
                  </a:schemeClr>
                </a:solidFill>
                <a:latin typeface="Gill Sans MT" panose="020B0502020104020203" pitchFamily="34" charset="0"/>
              </a:rPr>
              <a:t>Data modelling defines how data is structured, how tables are related, and how information flows in the database. It provides a clear blueprint for designing the database.</a:t>
            </a:r>
          </a:p>
          <a:p>
            <a:r>
              <a:rPr lang="en-US" sz="2600" dirty="0">
                <a:solidFill>
                  <a:schemeClr val="accent5">
                    <a:lumMod val="75000"/>
                  </a:schemeClr>
                </a:solidFill>
                <a:latin typeface="Gill Sans MT" panose="020B0502020104020203" pitchFamily="34" charset="0"/>
              </a:rPr>
              <a:t>Normalization organizes data into multiple related tables to reduce data redundancy and maintain data consistency. It ensures that the same data is not stored repeatedly and helps prevent update, insert, and delete anomalies.</a:t>
            </a:r>
          </a:p>
          <a:p>
            <a:r>
              <a:rPr lang="en-US" sz="2600" dirty="0">
                <a:solidFill>
                  <a:schemeClr val="accent5">
                    <a:lumMod val="75000"/>
                  </a:schemeClr>
                </a:solidFill>
                <a:latin typeface="Gill Sans MT" panose="020B0502020104020203" pitchFamily="34" charset="0"/>
              </a:rPr>
              <a:t>Together, data modelling and normalization create a well-structured, efficient, and reliable database system.</a:t>
            </a:r>
          </a:p>
          <a:p>
            <a:endParaRPr lang="en-US" sz="2600" dirty="0">
              <a:solidFill>
                <a:schemeClr val="accent5">
                  <a:lumMod val="75000"/>
                </a:schemeClr>
              </a:solidFill>
              <a:latin typeface="Gill Sans MT" panose="020B0502020104020203" pitchFamily="34" charset="0"/>
            </a:endParaRPr>
          </a:p>
          <a:p>
            <a:pPr algn="ctr"/>
            <a:endParaRPr lang="en-IN" dirty="0">
              <a:latin typeface="Gill Sans MT" panose="020B0502020104020203" pitchFamily="34" charset="0"/>
            </a:endParaRPr>
          </a:p>
        </p:txBody>
      </p:sp>
    </p:spTree>
    <p:extLst>
      <p:ext uri="{BB962C8B-B14F-4D97-AF65-F5344CB8AC3E}">
        <p14:creationId xmlns:p14="http://schemas.microsoft.com/office/powerpoint/2010/main" val="337160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671</Words>
  <Application>Microsoft Office PowerPoint</Application>
  <PresentationFormat>Widescreen</PresentationFormat>
  <Paragraphs>22</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Gill Sans MT</vt:lpstr>
      <vt:lpstr>Office Theme</vt:lpstr>
      <vt:lpstr>ADVANCE SQL </vt:lpstr>
      <vt:lpstr>Q2. Why are some views updatable while others are read-only? Explain with an example.</vt:lpstr>
      <vt:lpstr>Q3. What advantages do stored procedures offer compared to writing raw SQL queries repeatedly?</vt:lpstr>
      <vt:lpstr>Q4. What is the purpose of triggers in a database? Mention one use case where a trigger is essential.</vt:lpstr>
      <vt:lpstr>Q5. Explain the need for data modelling and normalization when designing a database.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lakshay maretha</dc:creator>
  <cp:lastModifiedBy>lakshay maretha</cp:lastModifiedBy>
  <cp:revision>1</cp:revision>
  <dcterms:created xsi:type="dcterms:W3CDTF">2026-03-06T16:15:11Z</dcterms:created>
  <dcterms:modified xsi:type="dcterms:W3CDTF">2026-03-06T16:16:44Z</dcterms:modified>
</cp:coreProperties>
</file>